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914400" cy="914400"/>
          </a:xfrm>
          <a:prstGeom prst="ellipse">
            <a:avLst/>
          </a:prstGeom>
          <a:solidFill>
            <a:srgbClr val="E94E1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CDRRMO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Disaster Risk Reduction and Management Office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CDRRMO Recording System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Administrator Guide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web-based platform for disaster risk reduction,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management, operations monitoring, and governance record-keeping.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Palayan City  •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This Guide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80160"/>
            <a:ext cx="73152" cy="685800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3533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276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Google Apps Script integration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10312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1762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176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50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in, navigation, and the dashboard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26080"/>
            <a:ext cx="73152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2999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2999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2735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Viewing, searching, and working with records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749040"/>
            <a:ext cx="73152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221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38221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0965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– what each one does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28016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280160"/>
            <a:ext cx="73152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13533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13533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16276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management, data entry, and system settings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210312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2103120"/>
            <a:ext cx="73152" cy="685800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21762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95160" y="2176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2450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database and security practices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09360" y="292608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292608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2999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95160" y="2999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Tips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32735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and how to resolve them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CDRRMO Recording System?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records management platform built on Google Apps Script and Google Sheets. The system follows a thin-client architecture, providing a fast single-page application experience directly within your web browser while securely storing data in a centralized Google Spreadsheet.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269748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745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Web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CSS, &amp; JavaScript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and responsive design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874520"/>
            <a:ext cx="269748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8745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 (Code.gs)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requests securely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business rules &amp; routing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874520"/>
            <a:ext cx="2697480" cy="292608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745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Spreadsheet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its own sheet tab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0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1874520"/>
            <a:ext cx="269748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8745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81160" y="22402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google.script.run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background updates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real-time data fetching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913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2920" y="43159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Hosted on Google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8862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3913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83280" y="43159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Required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38862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3913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63640" y="43159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CSV Downloads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0" y="38862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0" y="3913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44000" y="43159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device with a modern web browser and an internet connection.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GETTING STARTED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 to the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3533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 App URL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25880" y="16642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provided Google Apps Script URL in your web browser (Chrome or Edge recommended).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Credentials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25880" y="30815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registered username and password in the login form fields.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0" y="16642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Login button. The system securely verifies your account against the database.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60604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30175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System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0" y="30815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successful login, you are redirected to the Home screen and the main menu becomes available.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251960"/>
            <a:ext cx="111556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Security:  Your credentials are checked directly against the server. State is managed locally during your session.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892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log out: Open the top-right Settings Dropdown and select Logout. Your session state will be immediately cleared.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GETTING STARTED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Navigation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3474720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CDRRMO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SIDEBAR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Home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85800" y="25786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Employees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85800" y="30358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Incidents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Vouchers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4564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Inventory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6667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Transport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92277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FACILITIES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85800" y="41239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Vehicles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3342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Drivers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5445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Venues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8006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&amp; GOVERNANCE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85800" y="50017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Activities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52120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CDRRMC Resolutions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54223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…and more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06240" y="1097280"/>
            <a:ext cx="7406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1097280"/>
            <a:ext cx="7406640" cy="54864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1371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CDRRMO Web Application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89120" y="1828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uses a Single Page App (SPA) design. This means clicking the sidebar instantly changes the screen without reloading the entire page. Data is fetched automatically from Google Sheets behind the scenes.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2743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Topbar features include: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Global Search: Filter rows on any active module page instantly.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3474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 Bell: Shows the 5 most recently saved records system-wide.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 Menu: Access "Change Password" and "About System".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USER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 Regular User Do?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authenticated user can perform the following actions across all modules: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3611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61288" y="1600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Records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" y="203911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any module's full list of records in a structured data table. The system loads records directly from Google Sheets.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417320"/>
            <a:ext cx="36118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01768" y="1600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07992" y="203911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topbar search to instantly filter visible rows across the active module. Emptying the search box restores the table.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1417320"/>
            <a:ext cx="3611880" cy="54864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19" name="Text 17"/>
          <p:cNvSpPr/>
          <p:nvPr/>
        </p:nvSpPr>
        <p:spPr>
          <a:xfrm>
            <a:off x="834847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42248" y="1600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Record Details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48472" y="203911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table row to open a modal dialog with full, read-only details of the record.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33756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337560"/>
            <a:ext cx="36118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61288" y="35204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" y="395935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supported modules (e.g., Inventory), use the Export Sheet button to download the entire module dataset as a CSV file.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333756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43400" y="3337560"/>
            <a:ext cx="36118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507992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001768" y="35204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07992" y="395935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bell icon in the topbar to see the 5 most recently saved records across all modules.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83880" y="333756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83880" y="3337560"/>
            <a:ext cx="3611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8348472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842248" y="35204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48472" y="395935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Training Venues include interactive calendars. Clicking a day cell pre-fills dates for new records.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MODULE REFERENCE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at a Glance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97280"/>
            <a:ext cx="2267712" cy="45720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2344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5727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16352" y="1097280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16352" y="1097280"/>
            <a:ext cx="2267712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2344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15727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29784" y="1097280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9784" y="1097280"/>
            <a:ext cx="2267712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239512" y="12344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39512" y="15727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43216" y="1097280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43216" y="1097280"/>
            <a:ext cx="2267712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7552944" y="12344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52944" y="15727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756648" y="1097280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56648" y="1097280"/>
            <a:ext cx="2267712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9866376" y="12344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66376" y="15727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1975104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1975104"/>
            <a:ext cx="226771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" y="2112264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" y="245059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16352" y="1975104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16352" y="1975104"/>
            <a:ext cx="226771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2112264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0" y="245059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29784" y="1975104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29784" y="1975104"/>
            <a:ext cx="226771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5239512" y="2112264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39512" y="245059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443216" y="1975104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43216" y="1975104"/>
            <a:ext cx="226771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7552944" y="2112264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52944" y="245059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756648" y="1975104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756648" y="1975104"/>
            <a:ext cx="226771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9866376" y="2112264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Assistance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866376" y="245059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" y="2852928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" y="2852928"/>
            <a:ext cx="226771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" y="29900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Attended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" y="33284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16352" y="2852928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816352" y="2852928"/>
            <a:ext cx="226771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2926080" y="29900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Conducted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926080" y="33284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129784" y="2852928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129784" y="2852928"/>
            <a:ext cx="226771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4"/>
          <p:cNvSpPr/>
          <p:nvPr/>
        </p:nvSpPr>
        <p:spPr>
          <a:xfrm>
            <a:off x="5239512" y="29900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239512" y="33284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443216" y="2852928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443216" y="2852928"/>
            <a:ext cx="226771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7552944" y="29900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CDRRMC Resolutions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552944" y="33284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9756648" y="2852928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756648" y="2852928"/>
            <a:ext cx="226771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9866376" y="29900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CDRRMC Meetings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866376" y="33284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02920" y="3730752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02920" y="3730752"/>
            <a:ext cx="226771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8" name="Text 66"/>
          <p:cNvSpPr/>
          <p:nvPr/>
        </p:nvSpPr>
        <p:spPr>
          <a:xfrm>
            <a:off x="612648" y="386791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Available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12648" y="420624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816352" y="3730752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816352" y="3730752"/>
            <a:ext cx="226771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2" name="Text 70"/>
          <p:cNvSpPr/>
          <p:nvPr/>
        </p:nvSpPr>
        <p:spPr>
          <a:xfrm>
            <a:off x="2926080" y="386791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&amp; Trimming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926080" y="420624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129784" y="3730752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129784" y="3730752"/>
            <a:ext cx="2267712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6" name="Text 74"/>
          <p:cNvSpPr/>
          <p:nvPr/>
        </p:nvSpPr>
        <p:spPr>
          <a:xfrm>
            <a:off x="5239512" y="386791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239512" y="420624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443216" y="3730752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443216" y="3730752"/>
            <a:ext cx="2267712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0" name="Text 78"/>
          <p:cNvSpPr/>
          <p:nvPr/>
        </p:nvSpPr>
        <p:spPr>
          <a:xfrm>
            <a:off x="7552944" y="386791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552944" y="420624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9756648" y="3730752"/>
            <a:ext cx="226771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756648" y="3730752"/>
            <a:ext cx="2267712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4" name="Text 82"/>
          <p:cNvSpPr/>
          <p:nvPr/>
        </p:nvSpPr>
        <p:spPr>
          <a:xfrm>
            <a:off x="9866376" y="386791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Events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9866376" y="420624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02920" y="548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records — create, edit, delete, and manage the entire system securely backed by Google Sheets.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3703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560320"/>
            <a:ext cx="3703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Records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entries to any module. The Generic Modal automatically handles all module-specific fields.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2560320"/>
            <a:ext cx="3703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2560320"/>
            <a:ext cx="3703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1546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existing records by entering Edit mode on a record's detail modal view.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75320" y="2560320"/>
            <a:ext cx="3703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75320" y="2560320"/>
            <a:ext cx="3703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1540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Records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31546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record. Confirmed deletions update Google Sheets and instantly remove the table row.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3703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114800"/>
            <a:ext cx="3703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4315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Employees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7091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edit full employee profiles with 35+ fields, dynamic children lists, and seminar tables.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4114800"/>
            <a:ext cx="3703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4114800"/>
            <a:ext cx="3703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0" y="4315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47091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update user passwords inside the Settings dropdown. Validated server-side.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75320" y="4114800"/>
            <a:ext cx="3703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8275320" y="4114800"/>
            <a:ext cx="3703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15400" y="4315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Sheets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47091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automatically maps all data structures into clean columns in the Google Spreadsheet.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ADMIN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&amp; Validating Records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4300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9047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0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07592" y="1280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"Add" Button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07592" y="16002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Add Record button on the active module page and click it to open the Generic Modal.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11430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49047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90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05472" y="1280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05472" y="16002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all fields. The form automatically adapts to the required inputs (Text, Select, DateTime, etc.) based on the module.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5146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1460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86207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62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07592" y="2651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07592" y="29718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client-side scripts validate your inputs. Required fields must not be empty. Numbers must be valid.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25146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51460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286207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862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05472" y="2651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05472" y="29718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saving, data is sent to Code.gs via google.script.run for saving to the correct Google Sheet tab.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8862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88620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23367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233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07592" y="4023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Prepending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07592" y="43434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success is confirmed by the server, the new record is instantly prepended to the top of your current table.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38862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388620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Shape 36"/>
          <p:cNvSpPr/>
          <p:nvPr/>
        </p:nvSpPr>
        <p:spPr>
          <a:xfrm>
            <a:off x="6583680" y="423367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233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05472" y="4023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Hub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05472" y="43434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notification is added to the bell dropdown informing you the record was saved successfully.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349240"/>
            <a:ext cx="11155680" cy="3657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" y="537667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UI protects against race conditions — double submissions are prevented while a server save is in progress.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&amp; 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via Google Sheets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557784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61288" y="13990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1856232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securely persisted in a central Google Spreadsheet. Every module corresponds to a specific Sheet Tab.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234440"/>
            <a:ext cx="55778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59168" y="13990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Thin-Client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65392" y="1856232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(Index.html) has no direct access to the Spreadsheet ID. All reads and writes happen through Code.gs API functions.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46120"/>
            <a:ext cx="55778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61288" y="34107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UUIDs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867912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receives a unique timestamp-prefixed ID (e.g., REC-171800000) ensuring distinct rows and reliable data retrieval.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24612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3246120"/>
            <a:ext cx="5577840" cy="54864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59168" y="34107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65392" y="3867912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saving a module record for the first time, the Code.gs script automatically generates the sheet and writes header rows mapped to data keys.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E94E1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CDRRMO Recording System (Google Apps Script Version)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584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communities through better data management.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Palayan City  •  CDRRMO  •  2026  • 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CDRRMO Recording System</dc:title>
  <dc:subject>CDRRMO Recording System – User &amp; Admin Guide</dc:subject>
  <dc:creator>CDRRMO System</dc:creator>
  <cp:lastModifiedBy>CDRRMO System</cp:lastModifiedBy>
  <cp:revision>1</cp:revision>
  <dcterms:created xsi:type="dcterms:W3CDTF">2026-06-10T03:36:05Z</dcterms:created>
  <dcterms:modified xsi:type="dcterms:W3CDTF">2026-06-10T03:36:05Z</dcterms:modified>
</cp:coreProperties>
</file>